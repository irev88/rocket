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各位老师好，今天由我代表团队汇报第八天的核心交付物——可靠性与经济性分析。我们在Day 7两条物理闭合路径的基础上，建立了全生命周期成本模型，完成了FMEA失效模式分析，并提出了结构过载缓解策略。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7 通过物理修复和多维迭代，确立了两条闭合路径。Path A 坚守 20t 载荷但 GLOM 增至 802t；Path B 坚守 600t 但载荷降至 12t。两者回收储备均锁定 34.5t。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成本模型完整公式体系。翻修费为首飞0、后续飞$5M的分段函数。推进剂混合单价$0.53/kg由O/F=2.56加权得出。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经济权衡核心表。Path B满足绝对成本约束，但Path A单位成本更优。N=15是典型运营寿命点。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可靠性框图：任务成功98.2%，回收成功94.9%。94.9%的损耗率验证了5%保险系数的合理性。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FMEA前5项。末段点火风险置顶（有2025年12月两次失利实证）；积碳为RP-1特有老化机制。完整10项见报告。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CR-D7-07闭合：选定发动机节流方案，代价仅120kg载荷。加固结构代价800kg，完全不可接受。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舰队规模2-3枚轮换。成熟翻修$1M级时，两条路径均实现优于抛弃型的经济表现。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8终审。成本、可靠性、结构、运营四维全部闭合。两条路径各有市场定位。移交Day 9系统集成和Day 10竞赛答辩。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协同设计暑期课程（11–20 July 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可靠性与经济性分析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E8F2EC"/>
                </a:solidFill>
                <a:latin typeface="Microsoft YaHei"/>
                <a:ea typeface="Microsoft YaHei"/>
                <a:cs typeface="Microsoft YaHei"/>
              </a:rPr>
              <a:t>（Reliability &amp; Economics Analysis）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生命周期成本模型 · FMEA 失效分析 · 可靠性框图 · 过载缓解策略 · 双路径经济权衡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26280"/>
            <a:ext cx="4480560" cy="1371600"/>
          </a:xfrm>
          <a:prstGeom prst="roundRect">
            <a:avLst>
              <a:gd name="adj" fmla="val 5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681728"/>
            <a:ext cx="4114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Day 8 / 10 · 2026年7月18日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交付物：成本与风险分析报告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526280"/>
            <a:ext cx="5852160" cy="1371600"/>
          </a:xfrm>
          <a:prstGeom prst="roundRect">
            <a:avLst>
              <a:gd name="adj" fmla="val 5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4681728"/>
            <a:ext cx="55778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技术输入：Day 7 双闭合路径（Path A: 802t/20t; Path B: 600t/12t）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核心结论：Path A 单位成本最优 $1,883/kg；Path B 满足 $30M 限额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技术输入：来自 Day 7 的双闭合基线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Inputs from Day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8 可靠性与经济性 · 2026-07-18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11201399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6707"/>
                <a:gridCol w="4462346"/>
                <a:gridCol w="4462346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Path A（载荷驱动）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Path B（吨位驱动）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起飞质量 GLOM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801,600 kg (+34%)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600,000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SSO 载荷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 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12,000 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 发动机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12× Merlin 1D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9× Merlin 1D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 发动机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4× MVac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2× MVac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 推进剂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545 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 t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回收储备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t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t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Max-Q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33.1 kPa 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 kPa 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SECO 峰值 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4.88 g ✓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5.95 g → 节流至 4.85 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参数化成本模型：公式体系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Cost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8 可靠性与经济性 · 2026-07-18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单次发射边际成本：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$C_{launch} = C_{amort} + C_{upper} + C_{fairing} + C_{refurb} + C_{ops} + C_{prop}$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助推器摊薄（含5%保险系数）：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$C_{amort} = C_{booster} × 1.05 / N$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推进剂成本（O/F=2.56混合单价）：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$C_{prop} = m_{prop} × $0.53/kg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翻修分段函数：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$C_{refurb}(1) = 0$ (首飞); $C_{refurb}(N&gt;1) = $5.0M$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海上回收运营：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$C_{ops} = $1.5M/次 (固定)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846320" cy="4297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成本模型输入参数表: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参数          Path A      Path B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开发费        $2,200M    $2,000M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助推器造价    $31.2M     $24.0M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上级造价      $24.0M     $12.0M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整流罩造价    $4.6M      $4.0M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翻修费(N&gt;1)   $5.0M      $5.0M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海回运营      $1.5M      $1.5M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推进剂总量    707 t      503 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推进剂成本    $0.37M     $0.27M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经济权衡：双路径全寿命成本对比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Economic Trade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8 可靠性与经济性 · 2026-07-18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11201398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4499"/>
                <a:gridCol w="914399"/>
                <a:gridCol w="2857500"/>
                <a:gridCol w="2857500"/>
                <a:gridCol w="28575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Path A (802t)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Path B (600t)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抛弃型基线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SSO 载荷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12,000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 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发射成本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N=1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$63.23M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$42.97M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$42.98M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$42.02M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$27.81M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N=15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$37.65M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$24.45M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N=25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$36.78M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$23.78M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单位成本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N=1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$3,162/kg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$3,581/kg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$2,149/kg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$2,101/kg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$2,318/kg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N=15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$1,883/kg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$2,038/kg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N=25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$1,839/kg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$1,982/kg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989320"/>
            <a:ext cx="11201400" cy="457200"/>
          </a:xfrm>
          <a:prstGeom prst="roundRect">
            <a:avLst>
              <a:gd name="adj" fmla="val 5000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016752"/>
            <a:ext cx="107899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核心发现：</a:t>
            </a:r>
            <a:r>
              <a:rPr sz="12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Path A 单位成本 $1,883/kg 比 Path B $2,038/kg 低 7.6%——规模经济效应；Path B 绝对成本 $24.45M 满足 &lt;$30M 约束。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可靠性框图：任务成功与回收概率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8 可靠性与经济性 · 2026-07-18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02920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任务成功概率（串联系联）：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$P_{mission} = R_{S1} × R_{S2} = 0.992 × 0.990 = 98.2\%$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回收成功概率（5环节串联）：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$P_{recovery} = P_{mission} × R_{entry} × R_{glide} × R_{burn} × R_{engage}$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= 0.982 × 0.990 × 0.995 × 0.988 × 0.993 = 94.9%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损耗率验证：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5.1% 损耗 → 保险系数 $\sigma_{ins}$ = 5% 完全合理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188720"/>
          <a:ext cx="539496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914400"/>
                <a:gridCol w="2468880"/>
              </a:tblGrid>
              <a:tr h="522514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可靠度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 上升 (9发冗余)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99.2%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发动机冗余；空中熄火容限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 上升 (单发)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99.0%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无冗余；单点故障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再入点火 (3发)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99.0%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三发重启；热防护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栅格翼滑翔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99.5%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液压驱动器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末段悬停猛击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98.8%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中心发动机重启；推进剂沉降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缆索网捕获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99.3%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船端张紧网+液压阻尼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384048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466344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闭环节奏：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任务成功 98.2% ← 客户载荷交付保障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回收成功 94.9% ← 助推器资产保障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每 20 次发射预计损失 1 枚助推器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完全融入成本模型的保险系数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失效模式与影响分析 (FMEA) · 前5项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FMEA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8 可靠性与经济性 · 2026-07-18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11201395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510"/>
                <a:gridCol w="2832537"/>
                <a:gridCol w="643758"/>
                <a:gridCol w="643758"/>
                <a:gridCol w="643758"/>
                <a:gridCol w="1030013"/>
                <a:gridCol w="3605048"/>
                <a:gridCol w="1030013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失效模式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RPN前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缓解措施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RPN后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F-01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末段发动机不重启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冗余点火+避船弹道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F-02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 过载超 5g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 节流控制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F-03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非对称挂接 (1-2耳)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捕获环分散+磨损靴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F-06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晃动致发动机断供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挡板+防涡器+沉降烧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F-09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RP-1 积碳裂纹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144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复用护照+15飞寿命限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526280"/>
            <a:ext cx="11201400" cy="14630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107899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F-01 末段点火：</a:t>
            </a:r>
            <a:r>
              <a:rPr sz="12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置顶风险——朱雀三号与长征十二号A（2025年12月）均失利于此；冗余点火+避船弹道将 RPN 从 144 降至 27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F-09 积碳：</a:t>
            </a:r>
            <a:r>
              <a:rPr sz="12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RP-1 特有老化机制；FBG 复用护照实现状态监控式检查，替代全面拆解；15飞寿命限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完整 10 项 FMEA：</a:t>
            </a:r>
            <a:r>
              <a:rPr sz="12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见报告 §4 全表（F-01 至 F-10），所有 RPN 缓解后均 ≤27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结构过载缓解：CR-D7-07 闭合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Over-acceleration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8 可靠性与经济性 · 2026-07-18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30352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问题：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2× MVac 构型在 SECO 瞬间达到 6.2–6.4 g，超出 5.0 g 结构限制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根因：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推力/燃尽质量比过高（结构问题，非制导问题）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三条缓解路径：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  (A) 提高载荷过载容限至 6.5 g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→ 拒绝：限制商业卫星市场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  (B) 加固 S2 结构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→ 拒绝：+350 kg 干重 → -800 kg 载荷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  (C) S2 发动机节流至 40%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→ ★ 选定：仅 -120 kg 载荷代价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93776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选定方案 (C) 技术细节: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• 当 S2 推进剂剩余 ≤10% 时（末 ~40 s）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  将 2× MVac 节流至 40%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• 峰值加速度降至 4.85 g &lt; 5.0 g ✓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• 重力损失增加极小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载荷代价仅 120 kg (&lt;1% of 12 t)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Merlin 级发动机已有成熟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40% 深度节流能力 (Day 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舰队规模与周转目标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Fleet sizing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8 可靠性与经济性 · 2026-07-18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303520" cy="2560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任务频次需求：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≥ 10 次/年 (Day 1 约束)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最短舰队规模：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$N_{boosters} ≥ 10 × 30 / 365 ≈ 0.8 ⇒ 2–3 枚轮换$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周转时间目标：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早期 ≤30 天；成熟 ≤14 天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设计寿命：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15 次（冲刺 40 次）；会计折旧 25 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55080" y="1280160"/>
          <a:ext cx="52120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645920"/>
                <a:gridCol w="2194560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目标值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外部锚点</a:t>
                      </a:r>
                    </a:p>
                  </a:txBody>
                  <a:tcPr marL="50800" marR="50800" marT="19050" marB="19050" anchor="ctr">
                    <a:solidFill>
                      <a:srgbClr val="16324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助推器寿命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次 (冲刺 40)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 5: 折旧 25/目标 40/纪录 36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年发射频次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10 次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F9 现役: 165 次/年 (2025)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周转时间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30 天 (成熟 ≤14)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现役均值 ~40 天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翻修成本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$5M/次 (保守)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 Block 5: ~$0.3M</a:t>
                      </a:r>
                    </a:p>
                  </a:txBody>
                  <a:tcPr marL="50800" marR="50800" marT="19050" marB="19050" anchor="ctr">
                    <a:solidFill>
                      <a:srgbClr val="EEF3F8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活跃助推器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2–3 枚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10×30/365 ≈ 0.8 + 裕度</a:t>
                      </a:r>
                    </a:p>
                  </a:txBody>
                  <a:tcPr marL="508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023360"/>
            <a:ext cx="11201400" cy="2011680"/>
          </a:xfrm>
          <a:prstGeom prst="roundRect">
            <a:avLst>
              <a:gd name="adj" fmla="val 5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7899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成熟舰队经济 (C_refurb = $1.0M):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7899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Path A @ N=25: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单位成本降至 $1,639/kg（较抛弃型基线 -24%）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Path B @ N=25: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单位成本降至 $1,648/kg（较抛弃型基线 -23%）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两条路径均随翻修成熟实现显著经济优势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——复用经济的核心驱动力是翻修成本从 $5M 降至 $1M 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Day 8 决策闭合：可靠性与经济性的系统级权衡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成本模型闭合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01368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参数化公式体系（含分段翻修函数）完整可复现；Path A 单位成本 $1,883/kg 优于 Path B $2,038/kg（7.6%）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15768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15768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可靠性闭合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34056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任务成功 98.2%、回收成功 94.9%；5% 损耗率完全融入保险系数；10 项 FMEA 全部 RPN ≤ 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48456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48456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结构过载闭合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66744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2× MVac 的 6.2 g 超限通过 40% 节流缓解至 4.85 g；代价仅 120 kg（&lt;1% 载荷）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81144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运营概念闭合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599431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2–3 枚助推器轮换，早期 ≤30 天周转；成熟舰队（$1M 翻修）两条路径均优于抛弃型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13831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13831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移交 Day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532119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两条闭合基线 + 全部量化风险/经济指标 → Day 9 系统集成技术评审 + Day 10 竞赛答辩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42432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本日技术审定意见：</a:t>
            </a:r>
            <a:r>
              <a:rPr sz="11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Day 8 成功完成了从物理闭合到工程-经济闭合的跨越。两条路径各有优势——Path A 适合追求单位成本最优的大批量星座客户，Path B 适合追求绝对成本可控的中小载荷客户。所有风险均已量化、所有指标均已闭合。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