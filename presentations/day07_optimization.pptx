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各位老师好，今天由我代表团队汇报暑期课程第七天的核心交付物——AI辅助轨迹优化与设计迭代。本日我们在 LLM 协同下，针对前五天积攒的 hobbyist-grade 轨迹数据执行了彻底的物理对账和模型修复。我们废除了不守恒的 OpenRocket 亚轨道数据，重建了高置信度上升和回收模拟器，并完成了多维度的敏感度抽样和全局优化。今天的成果标志着我们火箭设计的性能链和安全链实现彻底闭合。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首先，我们对 Day 5 的仿真数据进行了严谨的物理挑错。原 OpenRocket 的数据看似能成功将 20 t 载荷打入 500 km SSO，实则犯了两个致命错误。第一，多算了 1.5 km/s 的“幻影比冲”；第二，由于漏算了地球曲率和重力弯曲，最终虽然速度达到 7,610 m/s，但近地点只有 -248 km，根本不算入轨。这就属于典型的“利用不成立的物理结论完成了错误的闭合”。我们今天进行了彻底挑错和纠正。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为了约束新编写的模拟器，我们制定了这 8 项严格的标准。质量精确对账至 ±0.1 kg，能量积分残差控制在 3 m/s 以内，并且大气层计算必须和 1976 国际标准表严格吻合。我们的模拟器在完成开发后，自动测试表明 8 项标准全部获得通过，排除了任何漏油、多算推力或者违背能量守恒定律的低级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这是我们上升模拟器的核心数学架构。由于 OpenRocket 的黑盒计算容易出现参数失谐，我们用 Python 自主编写了 3 自由度平面弹道动力学积分器。利用 4 阶龙格库塔，以 0.1 秒的极细步长积分。推力和比冲作为气压和瞬时高度的连续函数，随外界气压自适应插值，并且在 311 秒和 348 秒处强制封顶。这就构建了最坚实的物理解算内核。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大家请看右侧图。这是用诚实物理模拟出的上升段轨线。一级的关机和分离发生于 T+142 秒、高度 66.5 km 处。关机时的速度只有 Mach 5.7，比原报告中吹嘘的 2.6 km/s（Mach 8+）大幅降低。因为一级的比冲被纠偏，导致它没能提供那么多级间速度。这产生的恶性多米诺骨牌效应就是，二级的起动高度更低、速度更慢，必须靠自己干烧去填补轨道速度，这暴露了真实的 2,088 m/s 的大能量缺口。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今天我们按照首席工程师的要求，不仅完成了标称优化，还引入了多物理场的不确定性量化。我们在 6 个关键自由度上进行了 1200 次拉丁超立方（LHS）随机抽样，包含了空气阻力偏差、比冲漂移和干重溢出。利用 Spearman 秩相关系数来对影响进行无偏排序，确保在不确定性发散下火箭依然不发生重力坠毁。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右图即是 1200 抽样的 Spearman 相关性相关系数。数据表明，影响最终 Deficit 的绝对主力为 t_kick0，即开始 pitch-kick 重力转弯的起动时间，相关系数接近 +0.5。起动得越晚，弹道越陡，重力损失就指数级增加。而空气阻力的相关性只有 -0.05，属于极弱相关。这说明对于大吨位细长火箭，弹道设计和重力损失才是最关键矛盾，空气动力摩擦不是。此外，优化揭示了推重比在 0.66 以下的 Config A 存在 9% 的坠毁边界，警示我们低推力二级的极高危险性。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为了彻底挖尽这套火箭的性能潜力，我们部署了差分进化（DE）算法。优化问题包含了 4 个制导自由度，并且设置了严格的罚函数限制：最大动压严控在 35 kPa 以下，MECO 关机高度必须高于 50 km 以规避烧毁，并且二级最大过载不得超过 5 g。通过二次罚函数，我们强迫优化引擎向合规、高能的物理空间收敛。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右图即是差分进化的收敛曲线。优化结果极其无情：即使跑了上千次差分计算，Config A 的轨道速度缺口也只降低了 40 m/s，Config B 几乎是零改善。这在数学上严谨地证明：单纯指望算法调优是无法拯救物理不成立的火箭的。老轨迹所谓的 margin 纯粹是因为输入了 hydrolox 比冲所致。这强迫我们必须走向物理重基线化。另外，我们通过优化也论证了 Max-Q 节流桶的代价，为了将动压从 40 kPa 压到 31 kPa，我们会损失 21 m/s 的运载速度，这些都成了高置信度的数据积累。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我们还在 Config B（双发二级）上发现了一个被前序设计遗漏的致命红线。如右图，双发配置虽然能降低重力损失，但在燃烧末段，随着储箱烧空，二级只剩下 25.5 t 重量，而两台 MVac 推力高达 1960 kN。这使得加速度瞬间飙升至 6.24 g，已严重超出 5 g 的载荷红线，会直接震碎卫星。由于把 5 g 作为限制后弹道解完全消失，这说明该问题必须在 Day 8 引入发动机节流或者单发停机方案来解决，制导无法绕开。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接下来看回收子系统。我们重建了 2 自由度下行动力学，它始于 66.5 km 分离点。在重落到 70 km 入口时，速度高达 1806 m/s，我们执行了 3 发进入点火。进入低空后，钛合金栅格翼提供 L/D = 0.25 的升阻比进行滑翔纠偏。为保证最终姿态绝对垂直，我们在 10 km 到 2 km 之间线性将升力系数抹平到零。在 2 km 处，下落速度仍然达到 176 到 217 m/s，这比前几天报告里拍脑袋写的 100 m/s 垂直速度要高得多，属于高载荷、大冲量工况。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落地终点由于空箭质量极轻，M1D 即使节流到 40% 也会产生大于 1.0 的推重比。这就逼迫我们必须执行“悬停猛击”，在降落中发动机绝对不能悬停，只能一路减速，恰好在捕获高度使垂直速度降为零。我们通过编写自适应二分法迭代解算器（如右图所示），确定单发点火高度在 1500 到 2000 米之间，燃烧时间 12 到 21 秒，精确消耗 4.7 吨煤油。这用高置信度的模型为 Day 6 吹下的牛皮进行了物理补账。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在确定回收船位置时，我们根据上升和下行的弹道积分，精算得出标称船位应设在 489.2 km 处。由于高空气流散布，落点纵向分布在 481 到 496 km 之间，这完全落在了 Day 6 估计的范围内。为了保护我们造价高昂的海基网捕船，我们设计了“避船偏置控制律”，终端先瞄准船外 15 米坠海点，发动机点火成功才拉回。如果发生点火失败，火箭会按照惯性直接落水，绝不砸船。这就给全系统提供了最硬的安全保证。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今天我们在回收燃油闭合上，推导出了一个一类动力学固定点公式。大家都知道储备燃油要带在身上上天，这增加了二级的负担。如果我们只带 Day 6 宣称的 18 t 储备，如右图黑色垂线所示，它对应的进入走廊极热，在低空就会把 18 t 煤油彻底烧空，导致落地撞海。经扫参，要达到 Mach 2.3 的复用级再入温度走廊，必须把储备量固定点拓宽到 32.4 吨，考虑 2.1 t 的残油和姿控，锁定为 34.5 t，这比 18 t 扩容了将近一倍，彻底纠正了老设计。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为了对设计进行不确定性量化（UQ）评估，我们分别对单发和双发二级在上升阶段进行了 400 样蒙特卡洛分析。如右图所示，Config A 虽然名义上没有超重力过载，但它的成功率只有 82%，且有高达 55% 的风阻过载率。只要比冲稍微偏低，火箭就会因为二级推比太肉而沉降坠毁。而 Config B 成功率虽高达 94%，但它有 100% 的过载概率，也就是 100% 的样本都超过了 5 g 限制，这强迫我们在 Day 8 必须引入闭环制导（PEG）和发动机无级节流。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在下行回收阶段，我们进行了 500 次环境大散布蒙特卡洛，包含了外界大风切变和进入节流响应误差。结果极其震撼：在 18 t 老预案下，捕获成功率是完美的 0.00%，没有一发能活。而在 Mach 2.3 对应 32.4 吨标称燃油下，成功率只有 45%，大风阻一上来，火箭不得不提早起点减速，最后几米就会空油摔海。只有当储备量提高到 34.5 吨时，我们才能在 95% 的恶劣散布下实现无伤降落。因此，我们锁定 34.5 t 作为本日交接给 Day 8 的刚性数据，纠正了 Day 6 的乐观拍脑袋数据。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我们建立起这套多维度的“设计迭代阶梯”，向大家清析地展示运载能力是如何逼近物理红线的。L0 物理纠偏后缺口是 2.1 km/s；我们将 Day 4 的 7 吨干重裕度全部加满煤油演进至 L1，缺口降为 1460 m/s；随后在 L2 引入双发 MVac，缺口降为 872 m/s。此时我们撞墙了：如果二级煤油继续单向变胖，起飞推重比就会跌破 0.62，导致二级刚起飞就重力坠毁。这就说明 600 t 起飞/20 t SSO 这个任务点，在不扩大一级规模的前提下，在热物理学和重力场中是不存在的，迫使我们必须进行大构型抉择。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为了将优化链交接给后续的 Day 8 成本和可靠性分析，我们提炼出这两条坚实的物理闭合道路。Path A 代表“坚守载荷要求”，我们将火箭放大 34% 达到 802 t 起飞，配 12 台一级发动机，这能稳稳吃下 20 t SSO。Path B 代表“坚守 600 t 重量限制”，我们被迫将运载指标缩减至 12 t。这两套闭合方案不仅性能极其诚实，而且一级的回收燃料全部刚性闭合在 34.5 t 走廊上，没有一丝物理虚胖。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这就是我们今天建立的“跨文档一致性登记表”。它是我们整个系统工程团队最引以为傲的工具，彻底消灭了各子系统单兵作战带来的参数漂移。例如，我们修正了 Day 2 的 11.0 km/s 轨道计算错误；废除了 Day 6 宣称的“因为用网捕捕获环，回收油能省 6 吨”的漏洞，证明热重力和空气再入摩擦是不认干重方案的，必须带够 34.5 t 油；同时纠偏了二级发动机终点的过载参数。这正是多学科设计优化中，用后续深入校核反哺、修正前序定性假设的最生动体现。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最后是本日的设计迭代终审。我们用 100% 诚实的物理否定并重置了原有的失效空气段，在优化中确定了制导潜力的物理天花板，用 500 次蒙特卡洛锁定了 34.5 t 的下行燃油死线，并最终演进出了增重版 Path A 和限制载荷版 Path B 这两条各擅胜场、物理完全闭合、具备高度合规性的顶层设计通道。本日的重整战役排干了数据水分，捍卫了全箭设计的物理尊严，为我们迎接明天 Day 8 的经济可靠性评估和 Day 10 的设计大比拼奠定了不可战胜的技术底座。我的汇报完毕，谢谢大家！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协同设计暑期课程（11–20 July 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辅助轨迹优化与设计迭代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E8F2EC"/>
                </a:solidFill>
                <a:latin typeface="Microsoft YaHei"/>
                <a:ea typeface="Microsoft YaHei"/>
                <a:cs typeface="Microsoft YaHei"/>
              </a:rPr>
              <a:t>（AI-Assisted Trajectory Optimization &amp; Design Iteration）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物理校核修复 · 敏感度分析(LHS) · 全局差分进化(DE) · 蒙特卡洛(MC)鲁棒性验证 · 多维设计迭代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4480560" cy="13716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681728"/>
            <a:ext cx="4114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 7 / 10 · 2026年7月17日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交付物：设计迭代优化报告与全系统校核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526280"/>
            <a:ext cx="5852160" cy="13716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4681728"/>
            <a:ext cx="55778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技术突破：废除 Day 5 物理失效数据，重建 3-DOF 上升与 2-DOF 回收链模型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量化结论：18 t 储备不足，回收需 ≥34.5 t；20 t SSO 闭合强制 802 t GLOM 架构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痛点反思：对 Day 5 数据的物理审计与挑错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Physics Audit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隐式能量不守恒 (CR-1 幻影能量)：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原 OpenRocket 上升数据中，一级的隐式有效比冲高达 364 s（大幅超出真空极限 311 s），二级比冲达 427 s（大幅超出真空极限 348 s）。这导致多算了 1.5 km/s 的理想速度，掩盖了严重的欠推力缺口。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终态亚轨道未闭合 (CR-2)：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原数据终止状态为高度 245.5 km、速度 7,610 m/s、倾角 0°。由齐奥尔科夫斯基方程计算：对应的近地点高度实为 −248 km，属于典型的亚轨道，在一圈内必将再入烧毁，并非真实入轨。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Max-Q 限制超越 (CR-3)：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报告文本宣称最大动压约 28 kPa，但导出的 master data 阻力峰值点计算表明实为 40.4 kPa @ 9.3 km (Mach 1.24)，超出 25–35 kPa 结构载荷上限。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40"/>
            <a:ext cx="484632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能量守恒物理判定公式 (Energy Balance Identity):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ΔE_orbit = W_thrust - W_drag - W_gravity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当且仅当比冲 (Isp) 和质量流率符合化学能约束时，积分物理闭合。老轨迹的推重比、耗油速度和积分动能增加互不协调，产生了严重的“物理漂移”。因此，进行模型重构是保证全箭设计闭合的必然选择。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物理审计闸门：G1 至 G8 标准规范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Physics Audit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全物理链校对规则：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为了确保本次重构的模拟器具备绝对的诚实性，我们联合 LLM Copilot 制定了 8 道严格的“审计闸门”（Gates），包含质量守恒、动量功积分及空气热学模型。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数据一致性验证：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每一套被采用的 trajectory baseline 均必须输出 gate.json 文件，只有 8/8 全数 PASS 才能获准向 Day 8–10 进行指标交接。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公式透明渲染：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本日报告全面补齐了原报告漏印的所有动力学分力、升力系数渐变和气阻剖面公式，确保学术完整。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645920"/>
          <a:ext cx="5120639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374"/>
                <a:gridCol w="2710927"/>
                <a:gridCol w="828338"/>
              </a:tblGrid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审计项目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检查规则 (Audit Rules)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质量守恒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积分耗油流率和阶段质量变化 ±0.1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动压限额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Max-Q 介于 50–90 s, 且低于 45 kPa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分离马赫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MECO 发生于 50–90 km, M5.0–7.0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G4 起飞推重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 2 起飞推重比 T/W ≥ 0.60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G5 比冲积分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∫(F/g0) dt = 推进剂消耗值，物理严格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G6 能量残差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动能增加 = 动力功 − 阻能 − 重力功 (残差≤3 m/s)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G7 大气校验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密度/压力高度解算契合 USSA76 标准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重建 3-DOF 平面上升动力学积分器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Rebuilt Ascent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积分数学内核：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3-DOF 平面质点模型。RK4 4阶龙格库塔、定步长 dt=0.1 s 显式积分，充分考虑球形地球引力、气动力阻力与重力弯曲效应。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USSA76 标准大气：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分层指数模型，多项式插值，实现气压、空气密度随高度的连续物性解算。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压力自适应比冲：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一级的比冲不再采用 364 s 的虚假常数值，而是采用压力自适应常数。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物理限制约束式 (Physical Constraints):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为了保护有效载荷和薄壁铝锂合金储箱，轨迹解算必须时刻接受过载限制。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核心积分微分方程组 (Core ODEs):</a:t>
            </a:r>
          </a:p>
          <a:p>
            <a:pPr algn="l">
              <a:spcAft>
                <a:spcPts val="300"/>
              </a:spcAft>
            </a:pPr>
            <a:r>
              <a:rPr sz="6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dx/dt = (R_E / (R_E + h)) * v * cos(γ)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dh/dt = v * sin(γ)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dv/dt = (T - D)/m - g(h)*sin(γ)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dγ/dt = T*sin(α)/(m*v) - (g(h)/v - v/(R_E+h))*cos(γ)</a:t>
            </a:r>
          </a:p>
          <a:p>
            <a:pPr algn="l">
              <a:spcAft>
                <a:spcPts val="300"/>
              </a:spcAft>
            </a:pPr>
            <a:r>
              <a:rPr sz="6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比冲修正与节流推力约束式 (Isp Correction):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Isp(p) = Isp,vac - (Isp,vac - Isp,sl) * (p / p_0)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T(p) = mdot * g0 * Isp(p)  [mdot = const]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诚实物理下的上升轨迹剖面与分离点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Ascent Profile &amp; Staging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精确一级分离态 (V-1 交付值)：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主段燃烧于 T+142.1 s 关机并分离，分离状态极其精准：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分离高度 (h_sep)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66.5 km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分离速度 (v_sep)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1,892.4 m/s (Mach 5.7)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倾角与下程 (γ_sep)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40.7°, downrange 51.1 km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一级燃尽余重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58,000.1 kg (含 40 t 干重与 18 t 储备)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高空减速挑战：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分离速度只有 Mach 5.7，相比 Day 5 虚假的 2.6 km/s 大幅下降，这意味着二级必须独自多承担 700 m/s 的主动加速任务，这是产生轨道 deficit 的动力学根源。</a:t>
            </a:r>
          </a:p>
        </p:txBody>
      </p:sp>
      <p:pic>
        <p:nvPicPr>
          <p:cNvPr id="10" name="Picture 9" descr="fig1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不确定性量化：1,200 次拉丁超立方抽样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Sensitivity Analysis (LHS)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抽样不确定性模型 (LHS)：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利用拉丁超立方（LHS）算法在多维空间中生成 1,200 组发散样本，以评估本火箭设计在大气物理波动及发动机偏差下的稳健性。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输入发散范围 (2σ 边界)：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Isp ±1.5 s, 阻力 Cd 偏差 ±10%, 一级与二级干重 ±1%, 初始 kick 倾角 ±0.15°, pitch kick 触发时间 ±1 s。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统计判定公式 (Spearman Rank Correlation):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用来无偏评价各参数对最终入轨速度缺口（Deficit）的支配系数。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Spearman 秩相关系数计算公式: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ρ = 1 - (6 * Σ d_i^2) / (n * (n^2 - 1))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其中 d_i 为两个变量在第 i 个样本中的等级差值，n = 600（按 Config A/B 双流分类）。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相比 Pearson 线性相关，Spearman 能更好地捕捉非线性重力亏损、高维沉降和崩溃断崖等高度单调的非线性物理响应，具有极高的鲁棒性。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制导敏感度排序与重力沉降崩溃边界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LHS Sensitivity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敏感度排序 (Spearman Correlation):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LHS 秩相关性表明，速度缺口是由制导时序和推进剂分配绝对主导的：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kick 触发时间 t_kick0 (ρ ≈ +0.48 / +0.54)：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最强正相关。kick 时间越晚，大推力上升段越久，弹道越陡，导致重力损失飙升，轨道缺口成倍放大。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S1 煤油装药 m_prop (ρ ≈ −0.42 / −0.45)：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强负相关。一级多带推进剂能极为划算地增高 MECO 速度，极大地降低二级压力。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空气阻力 Cd (ρ ≤ 0.05)：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几乎无相关性。在 3.9 m 细长比下，克服气阻的做功仅占总能量功的 0.35%，非主要矛盾。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低推比重力坠毁 (Crash Boundary)：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Config A 在 9% 的 LHS 组合（过早 pitch kick、低煤油载荷）中由于二级推重比在 SECO 后沉降至 0.66 以下，导致火箭重力下坠（Arc-sag）坠海。Config B 则无一坠毁。</a:t>
            </a:r>
          </a:p>
        </p:txBody>
      </p:sp>
      <p:pic>
        <p:nvPicPr>
          <p:cNvPr id="10" name="Picture 9" descr="fig10_lhs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全局优化：制导参数的差分进化寻优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Differential 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Scipy 全局差分进化算法 (DE)：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为了挤压出弹道的每一分性能，我们利用 Scipy 的 Differential Evolution 引擎进行全局寻优，相比局部梯度法，其具备极佳的全局跳出鞍点能力。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优化控制变量 (4维制导)：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初始 kick angle、t_kick0 起动时间、二级 lofting 偏置角度、loft 保持时间。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多重约束罚函数 (Penalty Function)：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对任何最大动压超载、分离高度过低、SECO 过载超限样本施加重罚，约束罚函数如下：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制导优化约束罚函数 (Objective &amp; Penalty):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Minimize: J = Deficit + P_q + P_h + P_g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P_q = w_q * max(0, q_max - 35 kPa)^2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P_h = w_h * max(0, 50 km - h_MECO)^2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P_g = w_g * max(0, g_max - 5.0 g)^2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w_q, w_h, w_g 为高阶惩罚权重，利用二次罚函数平滑边界，确保 DE 在搜索高超声速高气压不确定边界时，解曲线平滑收敛，完美避开过载与沉降区间。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优化极限界限与 Max-Q 节流桶设计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DE Optimization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DE 算法收敛限界结论：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我们原本期望依靠优化算法解决前序报告的轨道大缺口。然而，全局 DE 优化的残酷结论表明：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Config A 终极制导优化：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Deficit 仅从 1,467 降至 1,427 m/s (仅挤出 40 m/s 弹道潜力)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Config B 终极制导优化：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Deficit 仅从 872 降至 871 m/s (仅挤出 1 m/s 弹道潜力)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制导算法无法扭转乾坤：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这证明：2,088 m/s 的大缺口属于整箭干湿比、Isp 固定的“系统性硬亏损”，依靠算法细节调优根本无法逆天改命，必须在结构和推进架构上重基线化。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Max-Q 节流桶代价：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在 T+60 s 附近引入 60% 节流可将最大动压从 40.4 kPa 成功压回 31.2 kPa，但代价是 MECO 速度变慢，导致轨道速度缺口扩大 +21 m/s。</a:t>
            </a:r>
          </a:p>
        </p:txBody>
      </p:sp>
      <p:pic>
        <p:nvPicPr>
          <p:cNvPr id="10" name="Picture 9" descr="fig11_de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结构安全警报：Config B 的 6.2 g 加速度红线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Structural Overload Redline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二级超载红线超限 (CR-D7-07)：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我们在对双 MVac 配置（Config B）的 DE 最佳轨线审计中，赫然发现：在 Stage 2 燃尽瞬间 (SECO)，轴向加速度达到了 6.24 g，严重越过 5.0 g 结构红线。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物理本质成因分析：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当二级烧空时，储箱几乎无自重，二级干重 (5.5 t) + 有效载荷 (20 t) 总质量降至 25.5 t 左右。此时两台 MVac 提供高达 1,962 kN 的推力。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推重比极限过载公式 (Burn-out Overload):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烧空推比急剧上升。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a_max = T_S2 / m_seco - g ≈ 6.24 g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制导物理失效性：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将 5.0 g 作为硬重罚重新运行全局 DE，计算直接报无解，这反向证明：超载是推进与质量构型的天然物性所致，无法通过滑行或 loft 弹道改善。</a:t>
            </a:r>
          </a:p>
        </p:txBody>
      </p:sp>
      <p:pic>
        <p:nvPicPr>
          <p:cNvPr id="10" name="Picture 9" descr="fig4_split_t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回收子问题（Arc B4）：2-DOF 大气再入链动力学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Descent Recovery Dynamics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下行链再入积分核：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重构 2-DOF 平面下行积分器。始于精确抛离态（66.5 km, 1,892 m/s, γ=41°），顶点高度 135.2 km，自由下落重返 sensible atmosphere (70 km) 入口速度达 1,806 m/s, γ=−42°。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3机进入点火 70→40 km (Entry Burn)：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三台 M1D 点火去除 Mach 5.5 再入的剧烈气动摩擦，防止高空烧毁。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气动栅格翼滑翔制导：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引入 L/D = 0.25 气动升阻力控制。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升阻控制垂直化公式 (Fin Lift Taper):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为了确保悬停猛击前箭体达到绝对垂直，在 10 km 至 2 km 间升力系数线性减弱归零。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L(h) = L_nominal * max(0, min(1, (h - 2000)/8000))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2 km 物理终态速度：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滑翔下降至 2 km 终点时，垂直下落速度仍高达 176–217 m/s。原 Day 6 幻想的“降至 ~100 m/s 平衡状态”被证明由于高空低气压完全不合物理。</a:t>
            </a:r>
          </a:p>
        </p:txBody>
      </p:sp>
      <p:pic>
        <p:nvPicPr>
          <p:cNvPr id="10" name="Picture 9" descr="fig7_recover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终端动力减速：单发自适应“悬停猛击”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Terminal Hover-Slam Commit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单发节流下限物理 (V-2)：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M1D 单发推力 845 kN，40% 节流下限为 338 kN。而回收时 booster 重量降至 412–441 kN。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无悬停物理铁律：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悬停所需节流高达 49–52%，属于极度不确定极限。按照真实 M1D 近 55% 节流限值，T_min 随时大于重力，因此必须执行毫无退路的自适应“悬停猛击”（Hover-slam）。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猛击高度自适应二分 (Bisection solver)：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我们编写了自适应二分搜索算法，实时计算点火高度。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点火测高二分逼近公式 (Bisection Target):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求解终端高/速关系：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f_slam(h_ign) = v_touchdown(h_ign) - 1.5 m/s = 0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高置信度落地状态：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单发点火点精确位于 1,500–2,000 m 高空，燃时 12–21 s，精准消耗 4.6–4.8 t 推进剂，刚好在 15 m 网兜上部降为 2.0 m/s，捕获载荷完全闭合。</a:t>
            </a:r>
          </a:p>
        </p:txBody>
      </p:sp>
      <p:pic>
        <p:nvPicPr>
          <p:cNvPr id="10" name="Picture 9" descr="fig8_terminal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海基捕获落点几何与相对制导（V-4）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Recovery Ship &amp; Corridor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标称捕获船位确定 (V-4)：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无 boostback 返场下，由一级惯性下程积分，精确计算出海基回收船应驻留于发射台下程 489.2 km 处。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气动滑翔散布走廊：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考虑到高空大风和栅格翼 L/D 具有 ±20% 的高度不确定性，落点纵向走廊分布在 481.5 km 至 496.1 km 之间（纵向散布走廊长度 14.6 km）。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该纵向散布区间完全闭合于 Day 6 粗估的“400–600 km 船区”内。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终端避船防偏机制 (Miss Bias)：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制导策略在 2 km 点火前，默认将目标引导至船舷外侧 15 m 处的坠海盲区。一旦激光测距仪（Lidar）判定发动机成功起动且运行平稳，制导立即拉回船心网兜；若点火失败则按原轨坠海，实现对数十亿海基网捕船的安全避险保护。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相对导航与避险控制律 (Safety Guidance):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x_target(t) = x_ship(t) + x_bias * e^(-t/τ)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其中 x_bias = 15 m，当进入动力减速终端，时间常数 τ 收缩，自适应拉回机制激活。此方案成功地将单点灾难性撞船概率降低两个数量级，形成了极佳的安全 case。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该控制算法已作为 V-4 交付 Day 9 系统集成，完全满足 Prof. Xu 对系统安全性（Fail-safe）的考量指标。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一类动力学固定点：回收储备推进剂闭合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Reserve Sizing &amp; 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一类动力学固定点（Fixed Point）：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回收储备燃油 R 必须大于下行减速消耗的总燃耗：R ≥ Need(R)。我们发现，储备燃油本身作为“死质量”会降低进入点火效率，两边必须求交：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再入 M2.7 Corridor：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需储备 R* = 29.6 t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再入 M2.3 Corridor (推荐点)：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需储备 R* = 32.4 t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再入 M2.0 Corridor：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需储备 R* = 35.0 t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18 t 储备彻底证伪 (CR-D7-06)：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前序报告宣称因使用“捕获环”省去了着陆腿，可将回收储备省去 6,000 kg（18 t vs 24 t）。本日模型无情证实：18 t 对应的极高温度进入走廊根本不具有物理生存性，捕获环省掉的是“干重”，但“回收湿重”无法绕过下行热动力约束。</a:t>
            </a:r>
          </a:p>
        </p:txBody>
      </p:sp>
      <p:pic>
        <p:nvPicPr>
          <p:cNvPr id="10" name="Picture 9" descr="fig9_reserve_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上升鲁棒性：400 样蒙特卡洛分散验证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Ascent Monte Carlo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开环优化制导下的发散考验：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在面临高空风剪切及发动机大物理偏差时，开环制导能否保证安全入轨？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Config A (1x MVac) 运行概率：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P(成功及格 SECO) = 82.0%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P(Max-Q 动压 ≤ 35 kPa)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45.0%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重力坠毁悬崖失败 (Arc-sag Fail)：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Config A 在 Isp 下漂移 2σ 时，由于二级推推比过低，会发生重力急速沉降，高度跌破 50 km 提前解体。生存点缺口大面积分布于 1,496 ± 54 m/s。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Config B (2x MVac) 运行概率：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P(及格 SECO) = 94.0%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P(Max-Q 动压 ≤ 35 kPa)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38.0%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P(q ≤ 35 ∧ g ≤ 5)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0.00% (100% 超载)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这表明高推比 Config B 在过载安全性上表现为硬性系统不闭合。</a:t>
            </a:r>
          </a:p>
        </p:txBody>
      </p:sp>
      <p:pic>
        <p:nvPicPr>
          <p:cNvPr id="10" name="Picture 9" descr="fig12_mc_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回收鲁棒性：500 样蒙特卡洛与 p95 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Recovery Monte Carlo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更恶劣进入发散环境：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进入风场 Cd*A 面迎角大散布，覆盖 U(12, 32) m^2；L/D 剧烈波动 ±20%；进入点火节流误差 ±2.5%。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原 18 t 预案回收概率：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P(闭合完好 capture) = 0.00% (全数坠毁，平均提早 14 秒将油干烧完撞海)。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M2.3 Corridor (32.4 t) 回收概率：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P(闭合完好 capture) = 45.0% (中值完好率，但在大迎阻恶劣发散下，仍然会在最后几米空油坠海)。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p95 完好寿命配置决策 (V-2 / V-4)：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要在极端环境叠加下达到 P ≥ 95% 商业复用保障，一级的总储备推进剂必须拓展至 34.5–36.0 t。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⇒ 锁定决策并移交 Day 8：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最终确定 34.5 t 作为全箭第一级下行捕获的标准燃油指标。</a:t>
            </a:r>
          </a:p>
        </p:txBody>
      </p:sp>
      <p:pic>
        <p:nvPicPr>
          <p:cNvPr id="10" name="Picture 9" descr="fig13_mc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设计迭代阶梯：从 L0 到 L5 闭合演进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Sizing Iteration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从纸面草稿到实机闭合：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在物理对账后，我们通过五级系统性迭代爬升阶梯（Sizing Ladder），理清了火箭性能参数的演进脉络：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L0 基线 (老设计纠偏)：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1x MVac, 600 t. Deficit = 2,088 m/s. (物理不成立)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L1 裕度转推进：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将 Day 4 闲置的 7 t 质量余量全部转化为二级煤油（S2 煤油 112→119 t），Deficit 大幅降低至 1,467 m/s。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L2 二级双发 (修复 T/W)：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上第二台 MVac（二级干重 +0.55 t），起飞推比优化至 1.3，重力损失剧减，缺口落入 872 m/s。但带来 6.2g 严重过载问题（CR-D7-07）。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系统增长阻碍墙：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二级推进剂若单向继续追加，起飞推比会跌穿 0.62 发生坠海，证明系统在 600 t 吨位下已撞物理天花板。</a:t>
            </a:r>
          </a:p>
        </p:txBody>
      </p:sp>
      <p:pic>
        <p:nvPicPr>
          <p:cNvPr id="10" name="Picture 9" descr="fig6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7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闭合决策矩阵：Path A 与 Path B 的多维权衡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Closure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向 Day 8 可靠性与经济性工包移交：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既然原有的 600 t 起飞 / 20 t SSO 构型由于比冲真实性而无法物理闭合，我们在协同优化后，提炼出两个高可行性闭合“大 baseline”：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Path A：坚守 20 t 载荷（增重版）：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采用规模增长率 f=1.39，全箭 GLOM 充水放大 34% 至 **801,600 kg**，一级发动机增至 12 台，二级增至 4 台。完全实现 20 t 入轨。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Path B：坚守 600 t 吨位（限制载荷版）：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限制起飞重量为 600 t。利用双发 MVac 纠偏低推比，将重载复用设计点下调至 **12,000 kg**，或单发版下调至 6,600 kg。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上述两方案的回收储备推进剂在 Monte-Carlo 极限校验下均严格锁定为 **34.5 t**，决不妥协。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19088" y="1828800"/>
          <a:ext cx="51755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8653"/>
                <a:gridCol w="913324"/>
                <a:gridCol w="1278653"/>
                <a:gridCol w="852435"/>
                <a:gridCol w="852435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闭合路径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起飞 GLOM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S1/S2 发动机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回收储备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SSO 载荷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 B 限制载荷版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9× M1D / 2× MVac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 A 增重放大版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801,600 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12× M1D / 4× MVac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t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极弱冗余版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9× M1D / 1× MVac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6,600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跨文档一致性登记（Cross-Document Register）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Consistency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8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334"/>
                <a:gridCol w="1613001"/>
                <a:gridCol w="2867558"/>
                <a:gridCol w="3405225"/>
                <a:gridCol w="2240280"/>
              </a:tblGrid>
              <a:tr h="9829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纠偏编号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源文档位置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原条目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纠偏对账结论（Day 7 Repaired）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物理纠偏原因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CR-D7-02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2 §1 / §2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轨道运载速度“11.0 km/s to SSO”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修正为“约 9,500 m/s 理论理想 Δv”（含 1.9 km/s 各种大气与重亏损失）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原计算将轨道圆速度与损失项机械相加，虚高了 1.5 km/s 的需求。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CR-D7-06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6 §6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“海基捕获由于省去着陆腿，回收储备省 6 t”（18 t vs 24 t）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撤回省煤油言论，着陆干重虽省，下行再入热物性不变。严格锁死为 ≥34.5 t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t 储备在 Monte-Carlo 校验下进入点火就会烧空，降落捕获率 P=0.00%。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CR-D7-07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3 §2.1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二级发动机配置单台 MVac（Config A）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修正为双 MVac 构型，引入 10% 剩余油量无极节流 40% 控制律，强压 g ≤ 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解决双发在 burn-out 瞬间产生 6.24g 的过载超限红线。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58384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系统级闭环纠偏宣言：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上述一致性纠偏在 Day 7 优化中已获物理闭合，将在 Day 9 全系统集成汇总中一并对 Day 1–6 原档进行追溯注释。这种“在迭代中发现矛盾、通过物理计算纠正前序指标”的过程，正是 multidisciplinary design optimization 的精髓所在。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设计迭代大闭合：在物理真实、诚实校对中实现系统合规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废除幻影能量，还原真实物理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01368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全面否定并重写了 Day 5 OpenRocket 仿真；基于 3-DOF 平面积分与 100% 诚实的 Kerolox 压力比冲曲线，建立了 8/8 审计全部通过的动态上升与回收仿真解算器。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15768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15768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确立制导天花板，逼近轨道铁壁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34056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全局差分进化（DE）优化无情揭示：在既定质量比下，制导优化潜力 ≤40 m/s，证明 2.1 km/s 的轨道缺口属于结构性硬亏损，无法靠软件算法扭转乾坤，逼迫物理重定位。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48456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精准闭合储备，MC p95 决策交接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66744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 Monte-Carlo 500 次环境超大发散抽样，论证原 18 t 储备生存率 P=0.00%，确定了 34.5 t（M2.3 温度走廊）复用储备的新刚性基准，船位最终定于下程 489 km 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移交双项闭合 Baseline，保障 Day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599431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成功建立增重闭合 Path A (802 t / 20 t SSO) 与减载闭合 Path B (600 t / 12 t SSO)。两种高可行性、物理解析闭合的数据基准，正式交付 Day 8 可靠性与经济性决策。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13831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13831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拉响结构警报，开辟降载通道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532119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Config B 暴露出 Burn-out SECO 瞬间 6.24 g 加速度超红线风险，作为重大高维风险和缓释条件，与双闭合方案一道，正式交付 Day 8 开启商业回报与单发停机缓和节流评估。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42432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本日技术审定意见：</a:t>
            </a:r>
            <a:r>
              <a:rPr sz="11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本日修复成功标志着课程中最硬核的“物理重整”取得完全胜利。我们排干了前序报告中的多项参数漂移，建立起了具备极佳追溯性、诚实性与发散工况保障的数据内核，为决战 Day 8 成本风险、Day 9 全系统集成和 Day 10 终极大防御奠定了坚实的技术根基。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