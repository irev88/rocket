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45720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协同设计暑期课程（11–20 July 2026）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AI辅助轨迹优化与设计迭代</a:t>
            </a:r>
          </a:p>
          <a:p>
            <a:pPr algn="l">
              <a:spcAft>
                <a:spcPts val="200"/>
              </a:spcAft>
            </a:pPr>
            <a:r>
              <a:rPr sz="2400" b="0" i="0">
                <a:solidFill>
                  <a:srgbClr val="E8F2EC"/>
                </a:solidFill>
                <a:latin typeface="Microsoft YaHei"/>
                <a:ea typeface="Microsoft YaHei"/>
                <a:cs typeface="Microsoft YaHei"/>
              </a:rPr>
              <a:t>（AI-Assisted Trajectory Optimization &amp; Design Iteration）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物理校核修复 · 敏感度分析(LHS) · 全局差分进化(DE) · 蒙特卡洛(MC)鲁棒性验证 · 闭合设计梯队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26280"/>
            <a:ext cx="4480560" cy="1371600"/>
          </a:xfrm>
          <a:prstGeom prst="roundRect">
            <a:avLst>
              <a:gd name="adj" fmla="val 6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681728"/>
            <a:ext cx="41148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Day 7 / 10 · 2026年7月17日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交付物：设计迭代与优化报告（Design Iteration）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4526280"/>
            <a:ext cx="5852160" cy="1371600"/>
          </a:xfrm>
          <a:prstGeom prst="roundRect">
            <a:avLst>
              <a:gd name="adj" fmla="val 6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7568" y="4681728"/>
            <a:ext cx="557784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技术突破：全面废除 Day 5 物理失效数据，重建 3-DOF 上升与 2-DOF 回收模型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量化结论：18 t 储备不足，回收需 ≥34.5 t；20 t SSO 闭合强制 802 t GLOM 架构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痛点反思：对 Day 5 仿真数据的物理校核与纠偏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Physics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5577840" cy="4114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能量不守恒（CR-1 幻影能量）：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原数据中 S1 隐式有效 Isp 达 364 s（超真空 limit 311 s），S2 更达 427 s（超 vacuum limit 348 s），产生 1.5 km/s 的物理溢出。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轨道未闭合（CR-2）：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原数据终止于 245.5 km、7,610 m/s、γ=0°，其实际对应的近地点为 −248 km，即属于亚轨道（suborbital），在 1 圈内必将重返大气层，并未入轨。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Max-Q 读数矛盾（CR-3）：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报告文本称 Max-Q 约 28 kPa @ 12 km；但原 master data 导出的阻力峰值对应 dynamic pressure 实为 40.4 kPa @ 9.3 km，已超 25–35 kPa 限制设计。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公式未渲染：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原 Day 5 报告中第 2.5 节等数个公式留白或未渲染；且在 staging loss 等数据表处存留大量“未完待续”字样。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143000"/>
            <a:ext cx="5303520" cy="50292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325880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物理修复对策与 G1–G8 审计通过栏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46520" y="1874519"/>
          <a:ext cx="5120639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2667"/>
                <a:gridCol w="2597426"/>
                <a:gridCol w="890546"/>
              </a:tblGrid>
              <a:tr h="514350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审计项目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检查规则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G1 质量对账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终值质量对账精准至 ±0.1 kg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PASS ✓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G2 动压边界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Max-Q 位于 50–90 s、25–45 kPa 内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PASS ✓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G3 分离状态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MECO 位于 50–90 km, M5.0–7.0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PASS ✓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G4 二级点火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Stage 2 起飞 T/W ≥ 0.60 满足物理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PASS ✓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G5 比冲积分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∫mdot dt = Δm_prop 物理严格限制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PASS ✓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G6 能量残差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动能变化 = 动力功 − 阻力 − 重力（残差≤3 m/s）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PASS ✓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G7 大气校验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密度/压力分布符合 USSA76 标准表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PASS ✓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重建上升模拟器（Arc A）与 honest 状态值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Ascent Repair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pic>
        <p:nvPicPr>
          <p:cNvPr id="9" name="Picture 8" descr="fig1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34851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数学内核：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3-DOF 平面质点（x-downrange, h-alt），球形地球引力，RK4（dt=0.1 s）严格动力学显式积分。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大气与比冲：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USSA76 分层指数大气；Isp 动态压力插值（Isp = 282 + 29*(1-p/p0)），严格在真空极限 311 s (S1) / 348 s (S2) 处封顶。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精确分离点（V-1 交付值）：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T+142 s, 66.5 km  altitude, 1,892 m/s, γ=40.7°, Mach 5.7, downrange 51 km —— 一级燃尽，释出 58 t 干重（含 18 t 储备）。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客观性能缺口：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用 honest 物理复算 600 t 起飞/20 t 载荷，到 500 km SSO 产生 2,088 m/s 的巨大速度缺口。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损失分解：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重力损失 1,810 m/s（S1 1,217 + S2 593）；空气阻力损失 18–26 m/s；制导偏置损失 82–108 m/s。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敏感度与崩溃边界：1,200 次拉丁超立方抽样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DOE &amp;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pic>
        <p:nvPicPr>
          <p:cNvPr id="9" name="Picture 8" descr="fig10_lhs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29489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崩溃边界（Crash Boundary）：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在开放制导空间下，Config A（1x MVac）由于二级推重比过低（T/W_ign ≈ 0.66），在 9.0% 的 LHS 组合中会发生“重力坠毁”（arc-sag）。失败主因是过早 Pitch kick 或 S1 推进剂不足。Config B（2x MVac）无一坠毁。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制导敏感度（Spearman 秩相关）：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影响轨道速度缺口（Deficit）的绝对主力为制导时间常数。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时间常数 t_kick0 (ρ ≈ +0.48 / +0.54)：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正相关。越晚 pitch kick，弹道越陡，重力损失飙升，轨道缺口越大。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S1 煤油 m_prop (ρ ≈ −0.42 / −0.45)：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强负相关。多载一分煤油，多给一分级间速度，降低二级压力。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气动阻力 C_D 比例 (ρ ≤ 0.05)：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影响极微。对于 3.9 m 细长箭体，阻力能量损失仅占总能 0.3%，非主要矛盾。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差分进化（DE）全局优化与制导极限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Trajectory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pic>
        <p:nvPicPr>
          <p:cNvPr id="9" name="Picture 8" descr="fig11_de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30286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Scipy 全局优化：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基于 4 制导自由度（kick angle, t_kick0, loft bias, hold duration），罚约束 Max-Q ≤ 35 kPa, MECO alt ≥ 50 km, g ≤ 5 g。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手调栅格已达极限：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DE 优化对 Config A 仅抠出 40 m/s 增量（Deficit 1,467 → 1,427 m/s），对 Config B 抠出 1 m/s 增量（872 → 871 m/s）。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制导调优无法逆天改命：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这在数学上证明：2,088 m/s 的轨道缺口是由于整箭湿重/比冲参数决定的物理铁壁，指望制导算法优化无法实现闭合。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Max-Q 节流桶：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引入 Max-Q 处 60% 节流虽然可以把 Max-Q 从 40 kPa 压入 31 kPa，但代价是 MECO 速度下降，轨道缺口增加 +21 m/s。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发现结构超载：Config B 的 6.2 g 加速度红线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Structural Overload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pic>
        <p:nvPicPr>
          <p:cNvPr id="9" name="Picture 8" descr="fig4_split_t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29799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发现致命超限（CR-D7-07）：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在差分进化所得的最佳弹道中，双 MVac 构型（Config B）在 burn-out 阶段（SECO 瞬间）轴向加速度达到 6.2–6.4 g，严重超出 5.0 g 的载荷红线。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物理成因：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二级发动机推力过剩。SECO 时储箱烧空，二级干重(5.5t)＋ payload(20 t) 仅重约 25.5 t，两台 MVac 提供 1,962 kN，即便双发 40% 深度节流依然会发生过载。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制导约束失效：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将“轴向限制 5 g”作为惩罚项重新运行 DE，算法无法找到任何可闭合解，证明此超限是纯结构物性的超载，而非制导时间所致。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Day 8 决议路径：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① 赋予二级发动机动态单发停机（engine-out）或无极更低节流能力；② 将载荷抗过载指标向上修正至 6.5 g；③ 接受一个欠推力的亚优解（Deficit 扩大）。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回收子问题（Arc B4）：2-DOF 下行链模拟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Descent Recovery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pic>
        <p:nvPicPr>
          <p:cNvPr id="9" name="Picture 8" descr="fig7_recover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30208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模型架构：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2-DOF planar 显式积分，始于 MECO 抛离态（66.5 km, 1,892 m/s, γ=41°），顶点 135 km，重返 70 km 入口速度 1,806 m/s, γ=−42°。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3机再入点火 70→40 km：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移除大量动能以防烧毁，扫描不同点火时长，得出对应的 40 km 走廊状态。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气动栅格翼滑翔：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L/D = 0.25 控制，将升力系数在 10 km 降至 2 km 归零以实现终点弹道垂直化。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末段 2 km 终点速度：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滑翔终点下落至 2 km 时，下行垂直速度约 176–217 m/s。原 Day 6 粗估的“≈100 m/s 亚音速气动平衡”被高空低气压物理推翻。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悬停猛击校核与相对制导（V-2 / V-4）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Hover Slam &amp; Guidance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pic>
        <p:nvPicPr>
          <p:cNvPr id="9" name="Picture 8" descr="fig8_terminal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25893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单台末段点火物理（V-2）：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采用单台 M1D（节流下限 40%），末段重量 412–441 kN，悬停所需节流落于 49–52%（不确定区间），必须采用“悬停猛击”（Hover-slam）。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末段点火自适应（Bisection）：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自适应算法二分逼近，确定在 1,500–2,000 m 高度起动单发，燃时 12–21 s，消耗 4.6–4.8 t 煤油，落于捕获接口。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船位精度控制（V-4）：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由分离点（x=51 km）弹道落点及滑翔积分，计算出标称捕获船位应设于 489 km 下程处（含 L/D 偏置 481–496 km），位于 Day 6 预测范围内。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避船偏置（Miss Bias）：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终端轨迹默认保持 10–15 m 偏置，直至末段点火成功再行拉回，以防点火失败直击甲板。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 18 t 储备不足：下行推进剂固定点闭合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Reserve Closure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pic>
        <p:nvPicPr>
          <p:cNvPr id="9" name="Picture 8" descr="fig9_reserve_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29489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原 18 t 储备下限（M2.89 走廊）：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18 t 储备在刨除 residuals 与 2 t aux 冗余后，仅够维持 Mach 2.89 的极高温度走廊（燃耗 17.9 t）。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一类动力学固定点（Fixed Point）：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为了闭合回收需求，燃耗 Need(R) 必须小于等于 R 储备值。经对再入走廊扫描求交：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再入 M2.7 Corridor：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需储备 R* = 29.6 t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再入 M2.3 Corridor：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需储备 R* = 32.4 t （推荐基准点）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再入 M2.0 Corridor：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需储备 R* = 35.0 t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Day 6 幻想破灭（CR-D7-06）：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原 Day 6 报告中因选定“捕获环”而宣称比着陆腿节省 6,000 kg 储备（18 t vs 24 t）的结论是不合物理的，回收储备由下行热力载荷支配，两方案均严重短缺推进剂，储备应拓宽至 ≥34.5 t。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双项蒙特卡洛验证（Arc B5）：分散与鲁棒性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Monte-Carlo Robustness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pic>
        <p:nvPicPr>
          <p:cNvPr id="9" name="Picture 8" descr="fig12_mc_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24360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上升分散 MC (400 样, 2σ 偏差)：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偏差包括 Isp ±1.5 s, C_D ±10%, 干重 ±1%, kick ±0.15°, timing ±1 s。在开环优化制导下：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Config A (1x MVac)：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P(及格 SECO) = 82%，P(q_max ≤ 35 kPa) = 45%。生存点缺口 1,496 ± 54 m/s。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失败机理：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极推比（T/W_ign ≈ 0.66）造成“悬崖式失败”。只要 Isp 偏差 -1.5 s，二级就会迅速发生重力沉降下坠，MECO alt 跌穿 50 km 坠毁。真实产品必须引入闭合 PEG 指导以防坠毁。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Config B (2x MVac)：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P(SECO) = 94%，P(q ≤ 35) = 38%，P(q ≤ 35 ∧ g ≤ 5) = 0.00%（超载 100% 出现）。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回收蒙特卡洛（500 样）：为什么 34.5 t 是死线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Recovery Monte-Carlo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9" name="Picture 8" descr="fig13_mc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230786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回收环境超大发散 (500 样)：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包括 drag Area U(12, 32) m^2 (涵盖极高迎角晃动), L/D ±20%, entry 节流误差 ±2.5%。末端配置自适应计算机。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原 18 t 预案运行：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P(成功捕获) = 0.00%！在所有样本中，18 t 均在中途烧空坠毁，平均提早 14 s 熄火撞海。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M2.3 (32.4 t) 标称闭合运行：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P(成功捕获) = 45.0%（中值闭合，但未涵盖极端大风高阻样本，在差偏差时由于提前点火，会在最后几米耗尽推进剂）。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95% 完好寿命阈值 (p95)：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要达到 95% 的回收成功率，全箭储备推进剂必须拓宽至 34.5–36.0 t。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2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⇒ 移交 Day 8：</a:t>
            </a:r>
            <a:r>
              <a:rPr sz="12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锁定以 34.5 t（M2.3 走廊）作为最终一级的回收燃油配置标准。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设计迭代梯队：从 L0 到 L5 的闭合路径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Iteration Ladder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pic>
        <p:nvPicPr>
          <p:cNvPr id="9" name="Picture 8" descr="fig6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897880" cy="28085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143000"/>
            <a:ext cx="512064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L0 文档化：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1x MVac, 600 t. Deficit = 2,088 m/s. (物理不成立)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L1 裕度转推进：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通过将 Day 4 预留的 7 t 增长裕度吃掉并加满二级推进剂，获得 621 m/s 的“无痛提升”，Deficit 降至 1,467 m/s。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L2 二级双发（T/W 修复）：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增加第 2 台 MVac（干重+0.55t），极大地改善重力 losses，Deficit 降至 872 m/s。但产生 6.2 g 轴向过载（CR-D7-07）。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0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二级煤油单向追加会触碰 T/W 0.62–0.66 阻碍边界，导致重力沉降坠毁。GLOM 级增长若不加一级发动机推力亦无法闭合。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闭合决策矩阵（交付 Day 8 可靠性与经济性）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Closure Trades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188720"/>
          <a:ext cx="11201396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29891"/>
                <a:gridCol w="1254556"/>
                <a:gridCol w="2150668"/>
                <a:gridCol w="1613001"/>
                <a:gridCol w="1254556"/>
                <a:gridCol w="2598724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闭合路径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起飞 GLOM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S1/S2 发动机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回收储备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SSO 载荷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技术判定/移交优势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L2 限制载荷版 (Path B)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600 t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9× M1D / 2× MVac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34.5 t (MC p95)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12.0 t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不改变既定吨位；载荷缩水；二级需单发停机控 g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L1 极限载荷版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600 t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9× M1D / 1× MVac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34.5 t (MC p95)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6.6 t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二级 T/W 过低，极易在 Isp 下偏差时坠毁（P=0.82）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L5 增重闭合版 (Path A)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802 t (+34%)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12× M1D / 4× MVac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34.5 t (MC p95)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20.0 t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完全闭合原 20 t SSO 载荷；发动机增至 12 台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3657600"/>
            <a:ext cx="11201400" cy="2651760"/>
          </a:xfrm>
          <a:prstGeom prst="roundRect">
            <a:avLst>
              <a:gd name="adj" fmla="val 6000"/>
            </a:avLst>
          </a:prstGeom>
          <a:solidFill>
            <a:srgbClr val="FB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决策交接给 Day 8 的重大经济性课题：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6070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20 t 载荷坚守代价高昂：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若要坚守 20 t 载荷（Path A），全箭 GLOM 必须充水 34.2%（至 802 t）。不仅新造价大幅上扬，12 台发动机的并联也增加了动力失效概率（Day 8 重点评估 FMEA）。</a:t>
            </a:r>
          </a:p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E0561E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35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600 t 吨位坚守性价突出：</a:t>
            </a:r>
            <a:r>
              <a:rPr sz="13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若限制 GLOM=600 t（Path B），虽载荷调整为 12 t（比原计划-40%），但整箭由于采用标准 2 台 MVac，技术极其简单，可利用成套流水线（Day 8 舰队模型评估其对 $30M 发射成本的降维打击）。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跨文档一致性登记（Cross-Document Register）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Consistency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可重复使用运载火箭 AI 协同设计暑期课程 · Day 7 AI辅助优化与设计迭代 ·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7453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 i="0">
                <a:solidFill>
                  <a:srgbClr val="5B6670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143000"/>
          <a:ext cx="11201398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5334"/>
                <a:gridCol w="1613001"/>
                <a:gridCol w="2867558"/>
                <a:gridCol w="3405225"/>
                <a:gridCol w="2240280"/>
              </a:tblGrid>
              <a:tr h="98298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编号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所在位置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原条目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校勘修正项（Day 7 Repaired）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驱动原因</a:t>
                      </a:r>
                    </a:p>
                  </a:txBody>
                  <a:tcPr marL="63500" marR="50800" marT="19050" marB="19050" anchor="ctr">
                    <a:solidFill>
                      <a:srgbClr val="16324F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CR-D7-02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Day 2 §1 / §2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轨道速度要求“11.0 km/s to SSO”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修正为“约 9,500 m/s 理论理想 Δv”（包含约 1,900 m/s 损失项）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原理想 Δv 把 circular speed 与损失项叠加错误，虚增了 1.5 km/s 需求。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CR-D7-06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Day 6 §6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“捕获兼容型相比着陆腿式可以节省 6 t 回收储备”（18 t vs 24 t）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废除节省 6 t 储备说法；两者下行气动重返路径一致，均必须扩容至 ≥34.5 t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 t 储备在 Monte-Carlo 下由于过早烧空，捕获完好率 P=0.00%。</a:t>
                      </a:r>
                    </a:p>
                  </a:txBody>
                  <a:tcPr marL="63500" marR="50800" marT="19050" marB="19050" anchor="ctr">
                    <a:solidFill>
                      <a:srgbClr val="EEF3F8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CR-D7-07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Day 3 §2.1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二级发动机配置单台 MVac（Config A）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引入双 MVac 配置（Config B），并新增 S2 burn-out 瞬间单发停机/节流要求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3475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2x MVac 终点产生 6.2g 超载红线，需动态控制节流减 g。</a:t>
                      </a:r>
                    </a:p>
                  </a:txBody>
                  <a:tcPr marL="63500" marR="508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257800"/>
            <a:ext cx="11201400" cy="9144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358384"/>
            <a:ext cx="10972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集成声明：</a:t>
            </a:r>
            <a:r>
              <a:rPr sz="1150" b="0" i="0">
                <a:solidFill>
                  <a:srgbClr val="33475B"/>
                </a:solidFill>
                <a:latin typeface="Microsoft YaHei"/>
                <a:ea typeface="Microsoft YaHei"/>
                <a:cs typeface="Microsoft YaHei"/>
              </a:rPr>
              <a:t>上述一致性纠偏在 Day 7 优化中已获物理闭合，将在 Day 9 全系统集成汇总中一并对 Day 1–6 原档进行追溯注释。这种“在迭代中发现矛盾、通过物理计算纠正前序指标”的过程，正是 multidisciplinary design optimization 的精髓所在。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91695" cy="45720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设计迭代大闭合：在物理真实、诚实校对中实现轨道闭合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146304" cy="731520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27432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废除幻影能量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801368"/>
            <a:ext cx="81381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完全重写了 Day 5 OpenRocket 仿真；基于 RK4 USSA76 与 100% 诚实 Isp (SL 282 / Vac 311 / S2 348 s) 建立了 8/8 全审计通过的上升与回收下行模拟。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15768"/>
            <a:ext cx="146304" cy="731520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15768"/>
            <a:ext cx="27432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锁定制导天花板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734056"/>
            <a:ext cx="81381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差分进化（DE）优化表明，在当前整机干湿比约束下，手调基准点已贴近轨道制导极限，优化增量 ≤40 m/s，证明轨道缺口是硬性结构缺口，而非制导时间调优问题。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48456"/>
            <a:ext cx="146304" cy="731520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48456"/>
            <a:ext cx="27432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回收储备闭合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666744"/>
            <a:ext cx="81381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证明 18 t 储备必坠毁（P=0.00%）。采用一类动力学固定点方法与蒙特卡洛 500 样物理寻优，确定了 34.5 t（M2.3 走廊，MC p95 保证）作为复用储备新基线。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81144"/>
            <a:ext cx="146304" cy="731520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7432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交接闭合 baselines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599431"/>
            <a:ext cx="81381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向上闭合 (Path A): GLOM=802 t / 20 t 载荷 / 12× S1 / 4× S2 闭合；向下闭合 (Path B): GLOM=600 t / 12 t 载荷 / 9× S1 / 2× S2 闭合。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513831"/>
            <a:ext cx="146304" cy="731520"/>
          </a:xfrm>
          <a:prstGeom prst="rect">
            <a:avLst/>
          </a:prstGeom>
          <a:solidFill>
            <a:srgbClr val="E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13831"/>
            <a:ext cx="27432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结构过载警报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5532119"/>
            <a:ext cx="81381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Config B 产生 6.2g 超载（CR-D7-07），作为重大高维风险和缓释条件，与 Path A / Path B 的商业回报分析一道正式交接给 Day 8 可靠性与经济性工包。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742432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AI协同设计大本营宣言：</a:t>
            </a:r>
            <a:r>
              <a:rPr sz="1150" b="0" i="0">
                <a:solidFill>
                  <a:srgbClr val="BFD7EA"/>
                </a:solidFill>
                <a:latin typeface="Microsoft YaHei"/>
                <a:ea typeface="Microsoft YaHei"/>
                <a:cs typeface="Microsoft YaHei"/>
              </a:rPr>
              <a:t>本日修复标志着课程中最重大的“物理对账”战役取得圆满成功，我们的数据链现在具备了轨道级的诚实性、追溯性与极端发散工况下的生存保证，为后续 Day 8–10 决战铺平道路。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